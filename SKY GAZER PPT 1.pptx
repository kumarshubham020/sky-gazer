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81" r:id="rId5"/>
    <p:sldId id="284" r:id="rId6"/>
    <p:sldId id="280" r:id="rId7"/>
    <p:sldId id="261" r:id="rId8"/>
    <p:sldId id="279" r:id="rId9"/>
    <p:sldId id="265" r:id="rId10"/>
    <p:sldId id="277" r:id="rId11"/>
    <p:sldId id="282" r:id="rId12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879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0178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79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613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31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29496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123" y="1396181"/>
            <a:ext cx="11484077" cy="4178709"/>
          </a:xfrm>
        </p:spPr>
        <p:txBody>
          <a:bodyPr/>
          <a:lstStyle/>
          <a:p>
            <a:r>
              <a:rPr lang="en-US" sz="7200" b="1" i="1" dirty="0">
                <a:latin typeface="Algerian" panose="04020705040A02060702" pitchFamily="82" charset="0"/>
              </a:rPr>
              <a:t>Sky gazer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6168" y="594851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b="1" dirty="0">
                <a:latin typeface="Arial Black" panose="020B0A04020102020204" pitchFamily="34" charset="0"/>
              </a:rPr>
              <a:t>Sky gazer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489" y="2762864"/>
            <a:ext cx="5673213" cy="3215149"/>
          </a:xfrm>
          <a:noFill/>
        </p:spPr>
        <p:txBody>
          <a:bodyPr anchor="t">
            <a:normAutofit/>
          </a:bodyPr>
          <a:lstStyle/>
          <a:p>
            <a:r>
              <a:rPr lang="en-US" dirty="0"/>
              <a:t>- Observing celestial objects in the night sky</a:t>
            </a:r>
          </a:p>
          <a:p>
            <a:r>
              <a:rPr lang="en-US" dirty="0"/>
              <a:t>- Includes stars, planets, moon, comets, and constellations</a:t>
            </a:r>
          </a:p>
          <a:p>
            <a:r>
              <a:rPr lang="en-US" dirty="0"/>
              <a:t>- Helps understand the universe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A9F0452-54A2-4918-746F-49277E9B3CD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5126" name="Picture 6" descr="Astrophotography Setups - Photo Gallery - Cloudy Nights">
            <a:extLst>
              <a:ext uri="{FF2B5EF4-FFF2-40B4-BE49-F238E27FC236}">
                <a16:creationId xmlns:a16="http://schemas.microsoft.com/office/drawing/2014/main" id="{3AED849C-5256-41C4-0448-A35C7482E5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115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2F3FA79-DE26-1F2A-0CF7-5671B73C8B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6146" name="Picture 2" descr="Tips for The Best Stargazing - Hammock Universe Canada">
            <a:extLst>
              <a:ext uri="{FF2B5EF4-FFF2-40B4-BE49-F238E27FC236}">
                <a16:creationId xmlns:a16="http://schemas.microsoft.com/office/drawing/2014/main" id="{478E6D9E-B619-BE21-39A6-3C864B2B7D74}"/>
              </a:ext>
            </a:extLst>
          </p:cNvPr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4E8D14-F44B-C2CD-84BA-8823768B502C}"/>
              </a:ext>
            </a:extLst>
          </p:cNvPr>
          <p:cNvSpPr txBox="1"/>
          <p:nvPr/>
        </p:nvSpPr>
        <p:spPr>
          <a:xfrm>
            <a:off x="3500285" y="1178004"/>
            <a:ext cx="7167715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 i="1" dirty="0">
                <a:latin typeface="Algerian" panose="04020705040A02060702" pitchFamily="82" charset="0"/>
              </a:rPr>
              <a:t>Sky gazer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4678692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600" dirty="0"/>
              <a:t>	Real‑time sky maps</a:t>
            </a:r>
          </a:p>
          <a:p>
            <a:r>
              <a:rPr lang="en-US" sz="3600" dirty="0"/>
              <a:t> 	Telescope integration</a:t>
            </a:r>
          </a:p>
          <a:p>
            <a:r>
              <a:rPr lang="en-US" sz="3600" dirty="0"/>
              <a:t> 	Educational resources</a:t>
            </a:r>
          </a:p>
          <a:p>
            <a:r>
              <a:rPr lang="en-US" sz="3600" dirty="0"/>
              <a:t> 	Community sharing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AC8A177-BDC1-4016-4163-2DD3E1764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241925" y="721429"/>
            <a:ext cx="3884397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4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en-US" altLang="en-US" sz="54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6392D660-DAC7-4579-1102-D1524DC35F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1031" name="Picture 7" descr="Stargazing Apps for Amateur Astronomers - The New York Times">
            <a:extLst>
              <a:ext uri="{FF2B5EF4-FFF2-40B4-BE49-F238E27FC236}">
                <a16:creationId xmlns:a16="http://schemas.microsoft.com/office/drawing/2014/main" id="{5EE4305F-6BFE-2B98-FBAC-EB097BA3E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78831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IN" sz="6000" dirty="0">
                <a:latin typeface="Algerian" panose="04020705040A02060702" pitchFamily="82" charset="0"/>
              </a:rPr>
              <a:t>Essential Tools</a:t>
            </a:r>
            <a:endParaRPr lang="en-US" sz="6000" dirty="0">
              <a:latin typeface="Algerian" panose="04020705040A02060702" pitchFamily="8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BB810-3430-2C29-1AA0-9744AA0A1AA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39148" y="2355051"/>
            <a:ext cx="7452852" cy="4137189"/>
          </a:xfrm>
          <a:noFill/>
        </p:spPr>
        <p:txBody>
          <a:bodyPr>
            <a:normAutofit/>
          </a:bodyPr>
          <a:lstStyle/>
          <a:p>
            <a:r>
              <a:rPr lang="en-IN" sz="3600" dirty="0"/>
              <a:t>- Naked eyes for beginners</a:t>
            </a:r>
          </a:p>
          <a:p>
            <a:r>
              <a:rPr lang="en-IN" sz="3600" dirty="0"/>
              <a:t>- Binoculars for enhanced viewing</a:t>
            </a:r>
          </a:p>
          <a:p>
            <a:r>
              <a:rPr lang="en-IN" sz="3600" dirty="0"/>
              <a:t>- Telescopes for deep-sky objects</a:t>
            </a:r>
          </a:p>
          <a:p>
            <a:r>
              <a:rPr lang="en-IN" sz="3600" dirty="0"/>
              <a:t>- Mobile apps like SkyView, </a:t>
            </a:r>
            <a:r>
              <a:rPr lang="en-IN" sz="3600" dirty="0" err="1"/>
              <a:t>Stellarium</a:t>
            </a:r>
            <a:endParaRPr lang="en-IN" sz="3600" dirty="0"/>
          </a:p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AA2678-D2AD-6101-2A00-2289475AE8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050" name="Picture 2" descr="6 Best Astronomy Tools For Observing The Night Sky - Moon And Back">
            <a:extLst>
              <a:ext uri="{FF2B5EF4-FFF2-40B4-BE49-F238E27FC236}">
                <a16:creationId xmlns:a16="http://schemas.microsoft.com/office/drawing/2014/main" id="{F4FDF2ED-7696-F355-CC9F-22D91E646E67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2085474"/>
            <a:ext cx="4581525" cy="3536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31593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760"/>
            <a:ext cx="10515600" cy="1325880"/>
          </a:xfrm>
          <a:noFill/>
        </p:spPr>
        <p:txBody>
          <a:bodyPr anchor="ctr"/>
          <a:lstStyle/>
          <a:p>
            <a:r>
              <a:rPr lang="en-IN" sz="4400" dirty="0">
                <a:latin typeface="Algerian" panose="04020705040A02060702" pitchFamily="82" charset="0"/>
              </a:rPr>
              <a:t>Famous Celestial Objects</a:t>
            </a:r>
            <a:endParaRPr lang="en-US" sz="4400" dirty="0">
              <a:latin typeface="Algerian" panose="04020705040A02060702" pitchFamily="82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302BFD-960F-CBB3-E984-CDC12813A1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78236" y="2244768"/>
            <a:ext cx="7089059" cy="4137189"/>
          </a:xfrm>
          <a:noFill/>
        </p:spPr>
        <p:txBody>
          <a:bodyPr>
            <a:normAutofit/>
          </a:bodyPr>
          <a:lstStyle/>
          <a:p>
            <a:r>
              <a:rPr lang="en-US" sz="3600" dirty="0"/>
              <a:t>- Moon phases and craters</a:t>
            </a:r>
          </a:p>
          <a:p>
            <a:r>
              <a:rPr lang="en-US" sz="3600" dirty="0"/>
              <a:t>- Planets like Mars, Jupiter, Saturn</a:t>
            </a:r>
          </a:p>
          <a:p>
            <a:r>
              <a:rPr lang="en-US" sz="3600" dirty="0"/>
              <a:t>- Orion, Ursa Major, Polaris</a:t>
            </a:r>
          </a:p>
          <a:p>
            <a:r>
              <a:rPr lang="en-US" sz="3600" dirty="0"/>
              <a:t>- Milky Way Galaxy</a:t>
            </a:r>
          </a:p>
          <a:p>
            <a:endParaRPr lang="en-US" sz="3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0227B8-A24C-8C29-034A-D7700B887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3074" name="Picture 2" descr="Stargazing the night sky @ Portfolio Categories @ Astrophotography by ...">
            <a:extLst>
              <a:ext uri="{FF2B5EF4-FFF2-40B4-BE49-F238E27FC236}">
                <a16:creationId xmlns:a16="http://schemas.microsoft.com/office/drawing/2014/main" id="{2812BB72-7499-F050-F971-1D7E8FC3D70B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704" y="2025445"/>
            <a:ext cx="4853531" cy="3451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3" y="457889"/>
            <a:ext cx="10009239" cy="908795"/>
          </a:xfrm>
          <a:noFill/>
        </p:spPr>
        <p:txBody>
          <a:bodyPr anchor="b"/>
          <a:lstStyle/>
          <a:p>
            <a:r>
              <a:rPr lang="en-US" b="1" dirty="0"/>
              <a:t>         </a:t>
            </a:r>
            <a:r>
              <a:rPr lang="en-US" sz="4000" b="1" dirty="0">
                <a:latin typeface="Algerian" panose="04020705040A02060702" pitchFamily="82" charset="0"/>
              </a:rPr>
              <a:t>Best Time for Sky Gazing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7252" y="2271252"/>
            <a:ext cx="5820696" cy="444417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- Clear and dark nights</a:t>
            </a:r>
          </a:p>
          <a:p>
            <a:r>
              <a:rPr lang="en-US" sz="3600" dirty="0"/>
              <a:t>- New Moon nights</a:t>
            </a:r>
          </a:p>
          <a:p>
            <a:r>
              <a:rPr lang="en-US" sz="3600" dirty="0"/>
              <a:t>- Winter sky offers best visibility</a:t>
            </a:r>
          </a:p>
          <a:p>
            <a:endParaRPr lang="en-US" dirty="0"/>
          </a:p>
        </p:txBody>
      </p:sp>
      <p:pic>
        <p:nvPicPr>
          <p:cNvPr id="4098" name="Picture 2" descr="The Best Stargazing Objects to See in Springtime 2021 | Stargazers Club">
            <a:extLst>
              <a:ext uri="{FF2B5EF4-FFF2-40B4-BE49-F238E27FC236}">
                <a16:creationId xmlns:a16="http://schemas.microsoft.com/office/drawing/2014/main" id="{7892F258-7A2B-4F77-2776-47E07AF4F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948" y="1582305"/>
            <a:ext cx="5624052" cy="4444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9597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15056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7412" y="253001"/>
            <a:ext cx="9797176" cy="3028515"/>
          </a:xfrm>
        </p:spPr>
        <p:txBody>
          <a:bodyPr/>
          <a:lstStyle/>
          <a:p>
            <a:r>
              <a:rPr lang="en-US" sz="7200" dirty="0">
                <a:latin typeface="Algerian" panose="04020705040A02060702" pitchFamily="82" charset="0"/>
              </a:rPr>
              <a:t>THANK</a:t>
            </a:r>
            <a:r>
              <a:rPr lang="en-US" sz="6000" dirty="0">
                <a:latin typeface="Algerian" panose="04020705040A02060702" pitchFamily="82" charset="0"/>
              </a:rPr>
              <a:t> YOU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6613063-168A-02B8-4326-BB842F3B83E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2075" y="3738622"/>
            <a:ext cx="9467850" cy="2527911"/>
          </a:xfrm>
        </p:spPr>
        <p:txBody>
          <a:bodyPr/>
          <a:lstStyle/>
          <a:p>
            <a:r>
              <a:rPr lang="en-US" sz="4000" u="sng" dirty="0"/>
              <a:t>Team member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sz="2400" dirty="0"/>
              <a:t>Kumar Shubham (24SCSE1010890)  </a:t>
            </a:r>
          </a:p>
          <a:p>
            <a:r>
              <a:rPr lang="en-US" sz="2400" dirty="0"/>
              <a:t>Aditya Raj Singh (24sese1011260)  </a:t>
            </a:r>
          </a:p>
          <a:p>
            <a:r>
              <a:rPr lang="en-US" sz="2400" dirty="0"/>
              <a:t>Ankit Raj (24scse1010306)</a:t>
            </a:r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C2645A-E767-4D7E-984D-234E531E4556}">
  <ds:schemaRefs>
    <ds:schemaRef ds:uri="http://schemas.microsoft.com/office/2006/documentManagement/types"/>
    <ds:schemaRef ds:uri="230e9df3-be65-4c73-a93b-d1236ebd677e"/>
    <ds:schemaRef ds:uri="http://purl.org/dc/dcmitype/"/>
    <ds:schemaRef ds:uri="71af3243-3dd4-4a8d-8c0d-dd76da1f02a5"/>
    <ds:schemaRef ds:uri="http://www.w3.org/XML/1998/namespace"/>
    <ds:schemaRef ds:uri="http://schemas.microsoft.com/sharepoint/v3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16c05727-aa75-4e4a-9b5f-8a80a1165891"/>
    <ds:schemaRef ds:uri="http://schemas.microsoft.com/office/2006/metadata/properties"/>
    <ds:schemaRef ds:uri="http://purl.org/dc/terms/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Tech presentation</Template>
  <TotalTime>249</TotalTime>
  <Words>153</Words>
  <Application>Microsoft Office PowerPoint</Application>
  <PresentationFormat>Widescreen</PresentationFormat>
  <Paragraphs>38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Algerian</vt:lpstr>
      <vt:lpstr>Aptos</vt:lpstr>
      <vt:lpstr>Arial</vt:lpstr>
      <vt:lpstr>Arial Black</vt:lpstr>
      <vt:lpstr>Calibri</vt:lpstr>
      <vt:lpstr>Calibri Light</vt:lpstr>
      <vt:lpstr>Wingdings</vt:lpstr>
      <vt:lpstr>Custom</vt:lpstr>
      <vt:lpstr>Sky gazer</vt:lpstr>
      <vt:lpstr>Sky gazer</vt:lpstr>
      <vt:lpstr>THE POWER OF COMMUNICATION</vt:lpstr>
      <vt:lpstr>Features  </vt:lpstr>
      <vt:lpstr>Essential Tools</vt:lpstr>
      <vt:lpstr>Famous Celestial Objects</vt:lpstr>
      <vt:lpstr>         Best Time for Sky Gazing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916204669806</dc:creator>
  <cp:lastModifiedBy>916204669806</cp:lastModifiedBy>
  <cp:revision>1</cp:revision>
  <dcterms:created xsi:type="dcterms:W3CDTF">2025-11-25T04:55:56Z</dcterms:created>
  <dcterms:modified xsi:type="dcterms:W3CDTF">2025-11-25T09:05:47Z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