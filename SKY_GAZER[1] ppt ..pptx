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0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0CD1C1-0C20-4781-93CB-68205853FA28}" v="730" dt="2025-11-25T14:57:13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F264F-BC25-44B5-A35A-10AB0477363E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BB804-7A2C-45A0-A58E-ABDDC0817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5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BB804-7A2C-45A0-A58E-ABDDC08170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56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6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0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7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6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76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46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6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0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31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956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415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67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83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12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95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  <p:sldLayoutId id="2147484062" r:id="rId12"/>
    <p:sldLayoutId id="2147484063" r:id="rId13"/>
    <p:sldLayoutId id="2147484064" r:id="rId14"/>
    <p:sldLayoutId id="2147484065" r:id="rId15"/>
    <p:sldLayoutId id="21474840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32EC2D7A-B099-AFF1-4F3C-0B96815DE3DB}"/>
              </a:ext>
            </a:extLst>
          </p:cNvPr>
          <p:cNvSpPr txBox="1"/>
          <p:nvPr/>
        </p:nvSpPr>
        <p:spPr>
          <a:xfrm>
            <a:off x="1459001" y="4937878"/>
            <a:ext cx="6159500" cy="14797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20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member  </a:t>
            </a:r>
            <a:endParaRPr lang="en-US" sz="2000" b="1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4999"/>
              </a:lnSpc>
              <a:buFont typeface="Symbol" panose="05050102010706020507" pitchFamily="18" charset="2"/>
              <a:buChar char=""/>
            </a:pP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ADITYA RAJ SINGH (24SCSE1011260)</a:t>
            </a:r>
            <a:endParaRPr lang="en-US" dirty="0">
              <a:latin typeface="Century Gothic"/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ANKIT</a:t>
            </a:r>
            <a:r>
              <a:rPr lang="en-US" sz="2000" b="1" kern="100" dirty="0">
                <a:effectLst/>
                <a:latin typeface="Times New Roman"/>
                <a:ea typeface="Calibri"/>
                <a:cs typeface="Times New Roman"/>
              </a:rPr>
              <a:t> RAJ</a:t>
            </a: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kern="100" dirty="0">
                <a:effectLst/>
                <a:latin typeface="Times New Roman"/>
                <a:ea typeface="Calibri"/>
                <a:cs typeface="Times New Roman"/>
              </a:rPr>
              <a:t>(</a:t>
            </a: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24SCSE1010306</a:t>
            </a:r>
            <a:r>
              <a:rPr lang="en-US" sz="2000" b="1" kern="100" dirty="0">
                <a:effectLst/>
                <a:latin typeface="Times New Roman"/>
                <a:ea typeface="Calibri"/>
                <a:cs typeface="Times New Roman"/>
              </a:rPr>
              <a:t>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KUMAR SHUBHAM </a:t>
            </a:r>
            <a:r>
              <a:rPr lang="en-US" sz="2000" b="1" kern="100" dirty="0">
                <a:effectLst/>
                <a:latin typeface="Times New Roman"/>
                <a:ea typeface="Calibri"/>
                <a:cs typeface="Times New Roman"/>
              </a:rPr>
              <a:t>(</a:t>
            </a:r>
            <a:r>
              <a:rPr lang="en-US" sz="2000" b="1" kern="100" dirty="0">
                <a:latin typeface="Times New Roman"/>
                <a:ea typeface="Calibri"/>
                <a:cs typeface="Times New Roman"/>
              </a:rPr>
              <a:t>24SCSE1010890</a:t>
            </a:r>
            <a:r>
              <a:rPr lang="en-US" sz="2000" b="1" kern="100" dirty="0">
                <a:effectLst/>
                <a:latin typeface="Times New Roman"/>
                <a:ea typeface="Calibri"/>
                <a:cs typeface="Times New Roman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4CD4F3-3236-2EC3-74BD-C86941F02AF0}"/>
              </a:ext>
            </a:extLst>
          </p:cNvPr>
          <p:cNvSpPr txBox="1"/>
          <p:nvPr/>
        </p:nvSpPr>
        <p:spPr>
          <a:xfrm>
            <a:off x="4359851" y="1003300"/>
            <a:ext cx="3472296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400" b="1" u="sng" cap="all" dirty="0">
                <a:latin typeface="Times New Roman"/>
                <a:cs typeface="Times New Roman"/>
              </a:rPr>
              <a:t>Sky gazer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F193A3-7800-3E28-F829-A96F5C904BFB}"/>
              </a:ext>
            </a:extLst>
          </p:cNvPr>
          <p:cNvSpPr txBox="1"/>
          <p:nvPr/>
        </p:nvSpPr>
        <p:spPr>
          <a:xfrm>
            <a:off x="3041135" y="2969054"/>
            <a:ext cx="732481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u="sng" cap="all" dirty="0">
                <a:latin typeface="Times New Roman"/>
                <a:cs typeface="Times New Roman"/>
              </a:rPr>
              <a:t>BINARY BROTHERHOOD</a:t>
            </a:r>
            <a:endParaRPr lang="en-US" sz="4000" dirty="0">
              <a:latin typeface="Times New Roman"/>
              <a:cs typeface="Times New Roman"/>
            </a:endParaRPr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7389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8D53A9-87EF-FD64-FBA2-CDB7B86CCDC4}"/>
              </a:ext>
            </a:extLst>
          </p:cNvPr>
          <p:cNvSpPr>
            <a:spLocks noGrp="1"/>
          </p:cNvSpPr>
          <p:nvPr/>
        </p:nvSpPr>
        <p:spPr>
          <a:xfrm>
            <a:off x="184785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3399B-AAAB-E8CE-EE38-BB9FF85F4D42}"/>
              </a:ext>
            </a:extLst>
          </p:cNvPr>
          <p:cNvSpPr>
            <a:spLocks noGrp="1"/>
          </p:cNvSpPr>
          <p:nvPr/>
        </p:nvSpPr>
        <p:spPr>
          <a:xfrm>
            <a:off x="622300" y="1314451"/>
            <a:ext cx="11309350" cy="1272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/>
                <a:ea typeface="+mn-lt"/>
                <a:cs typeface="+mn-lt"/>
              </a:rPr>
              <a:t>SKY GAZER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is a Java-based application designed to provide users with an interactive and informative platform for exploring celestial objects and astronomical events. With the increasing interest in space science and real-time sky observation, SKY GAZER aims to simplify and enhance the experience of sky-watching for students, hobbyists, and astronomy enthusiasts.</a:t>
            </a:r>
            <a:endParaRPr lang="en-US" sz="2000">
              <a:latin typeface="Times New Roman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33722F-823B-C788-F5EC-2113BB49D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01109"/>
              </p:ext>
            </p:extLst>
          </p:nvPr>
        </p:nvGraphicFramePr>
        <p:xfrm>
          <a:off x="1716216" y="2821459"/>
          <a:ext cx="8496288" cy="38800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48144">
                  <a:extLst>
                    <a:ext uri="{9D8B030D-6E8A-4147-A177-3AD203B41FA5}">
                      <a16:colId xmlns:a16="http://schemas.microsoft.com/office/drawing/2014/main" val="1080506960"/>
                    </a:ext>
                  </a:extLst>
                </a:gridCol>
                <a:gridCol w="4248144">
                  <a:extLst>
                    <a:ext uri="{9D8B030D-6E8A-4147-A177-3AD203B41FA5}">
                      <a16:colId xmlns:a16="http://schemas.microsoft.com/office/drawing/2014/main" val="4080541811"/>
                    </a:ext>
                  </a:extLst>
                </a:gridCol>
              </a:tblGrid>
              <a:tr h="40379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Times New Roman"/>
                        </a:rPr>
                        <a:t>FOR USERS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Times New Roman"/>
                        </a:rPr>
                        <a:t>FOR ADMIN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06642"/>
                  </a:ext>
                </a:extLst>
              </a:tr>
              <a:tr h="352024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View real-time sky map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Add, update, or delete celestial object data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60670"/>
                  </a:ext>
                </a:extLst>
              </a:tr>
              <a:tr h="414145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Search celestial objects by name or type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Manage astronomical event records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36292"/>
                  </a:ext>
                </a:extLst>
              </a:tr>
              <a:tr h="414145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View upcoming astronomical events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Review and update educational content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72"/>
                  </a:ext>
                </a:extLst>
              </a:tr>
              <a:tr h="538390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Access educational content and sky-watching tips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Manage user accounts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312940"/>
                  </a:ext>
                </a:extLst>
              </a:tr>
              <a:tr h="590158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Save favorite celestial objects or events </a:t>
                      </a:r>
                    </a:p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endParaRPr lang="en-US" sz="1700" dirty="0">
                        <a:effectLst/>
                        <a:latin typeface="Times New Roman"/>
                      </a:endParaRP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Perform database maintenance and backups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788107"/>
                  </a:ext>
                </a:extLst>
              </a:tr>
              <a:tr h="538390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Simple, interactive GUI for easy navigation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Update application settings and configurations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801121"/>
                  </a:ext>
                </a:extLst>
              </a:tr>
              <a:tr h="538390"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Light/Dark mode for night viewing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effectLst/>
                          <a:latin typeface="Times New Roman"/>
                        </a:rPr>
                        <a:t>Approve or verify new astronomical updates </a:t>
                      </a:r>
                    </a:p>
                  </a:txBody>
                  <a:tcPr marL="66675" marR="6667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2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45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C121-CB09-6F6A-0983-D58D8EFD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77E3421-3632-CADD-6519-E7A2259E01F3}"/>
              </a:ext>
            </a:extLst>
          </p:cNvPr>
          <p:cNvSpPr txBox="1"/>
          <p:nvPr/>
        </p:nvSpPr>
        <p:spPr>
          <a:xfrm>
            <a:off x="1548431" y="304939"/>
            <a:ext cx="9095138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 u="sng" cap="all" dirty="0">
                <a:latin typeface="Times New Roman"/>
                <a:cs typeface="Times New Roman"/>
              </a:rPr>
              <a:t>Sky gazer application</a:t>
            </a:r>
          </a:p>
        </p:txBody>
      </p:sp>
      <p:pic>
        <p:nvPicPr>
          <p:cNvPr id="2" name="Picture 1" descr="A group of laptops and a phone&#10;&#10;AI-generated content may be incorrect.">
            <a:extLst>
              <a:ext uri="{FF2B5EF4-FFF2-40B4-BE49-F238E27FC236}">
                <a16:creationId xmlns:a16="http://schemas.microsoft.com/office/drawing/2014/main" id="{3F02220D-405C-6FA7-BF93-3E5B408DE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8" r="333" b="8333"/>
          <a:stretch>
            <a:fillRect/>
          </a:stretch>
        </p:blipFill>
        <p:spPr>
          <a:xfrm>
            <a:off x="1882140" y="1094833"/>
            <a:ext cx="8427723" cy="536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3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F930-4DDE-E6EA-FA7B-F2F96273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13AE-677F-9159-EB5D-BF2BA2BDE3FD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31625-BF73-7BB9-51A5-5E03A921BAF9}"/>
              </a:ext>
            </a:extLst>
          </p:cNvPr>
          <p:cNvSpPr txBox="1"/>
          <p:nvPr/>
        </p:nvSpPr>
        <p:spPr>
          <a:xfrm>
            <a:off x="3048000" y="1712784"/>
            <a:ext cx="6459838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000" b="1" baseline="0" dirty="0">
                <a:latin typeface="Times New Roman"/>
                <a:ea typeface="Segoe UI"/>
                <a:cs typeface="Segoe UI"/>
              </a:rPr>
              <a:t>The system allows students and visitors to:</a:t>
            </a:r>
            <a:r>
              <a:rPr lang="en-US" sz="2000" dirty="0">
                <a:latin typeface="Times New Roman"/>
                <a:ea typeface="Segoe UI"/>
                <a:cs typeface="Segoe UI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View sky objects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Check upcoming events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Search celestial objects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Use interactive sky map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Access learning content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Save favorites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 dirty="0">
                <a:latin typeface="Times New Roman"/>
                <a:ea typeface="Arial"/>
                <a:cs typeface="Arial"/>
              </a:rPr>
              <a:t>Get event alerts</a:t>
            </a:r>
            <a:r>
              <a:rPr lang="en-US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algn="ctr" rtl="0"/>
            <a:r>
              <a:rPr lang="en-US" sz="1800" dirty="0">
                <a:latin typeface="Century Gothic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8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D28F-D1EB-ADA3-7A9D-E32A6C33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E32D-388B-4DC0-636C-E0FD775E948F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4AB197-34EB-1743-7C4B-E0F4DD57FD83}"/>
              </a:ext>
            </a:extLst>
          </p:cNvPr>
          <p:cNvSpPr>
            <a:spLocks noGrp="1"/>
          </p:cNvSpPr>
          <p:nvPr/>
        </p:nvSpPr>
        <p:spPr>
          <a:xfrm>
            <a:off x="1988064" y="1828799"/>
            <a:ext cx="8222736" cy="25537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/>
                <a:cs typeface="Times New Roman"/>
              </a:rPr>
              <a:t>Technologies Used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Java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(Core Java, OOP concepts)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Java Swing / JavaFX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(GUI development)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MySQL / SQLite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(Database storage)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JDBC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(Database connectivity)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XML / JSON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(Data handling, event data)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NetBeans / Eclipse / IntelliJ IDEA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(IDE for development)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Java Collections Framework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(Data management)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9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CC37-1776-2F53-9841-6B5E3765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4AFC-25B6-B67D-7AEE-EEDC741344CE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4DBAB2-F803-E8ED-3117-B9428597F228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/>
                <a:ea typeface="+mn-lt"/>
                <a:cs typeface="+mn-lt"/>
              </a:rPr>
              <a:t>The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SKY GAZER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application successfully provides an interactive and user-friendly platform for students, visitors, and astronomy enthusiasts to explore celestial objects and upcoming astronomical events. Developed using Java and supported by a structured database, the system ensures accurate information, smooth navigation, and efficient data management.</a:t>
            </a:r>
            <a:endParaRPr lang="en-US" sz="2000" dirty="0">
              <a:latin typeface="Times New Roman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/>
              <a:ea typeface="+mn-lt"/>
              <a:cs typeface="+mn-lt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By offering features for both users and administrators, the application enhances learning, simplifies sky observation, and promotes interest in astronomy. Overall,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SKY GAZER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demonstrates how Java-based technologies can be used to build an informative, reliable, and educational tool that makes sky exploration accessible to everyone.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11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A65B-FC80-0EBF-A95F-CE02BD1D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1DF34E-8B14-822C-BEEB-12024F3D4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860" y="1599583"/>
            <a:ext cx="7576214" cy="416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846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371</Words>
  <Application>Microsoft Office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Symbol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Manankamboj8584@gmail.com</dc:creator>
  <cp:lastModifiedBy>916204669806</cp:lastModifiedBy>
  <cp:revision>204</cp:revision>
  <dcterms:created xsi:type="dcterms:W3CDTF">2025-05-22T08:29:11Z</dcterms:created>
  <dcterms:modified xsi:type="dcterms:W3CDTF">2025-11-25T17:13:30Z</dcterms:modified>
</cp:coreProperties>
</file>